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9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645920"/>
            <a:ext cx="5943600" cy="5943600"/>
          </a:xfrm>
          <a:prstGeom prst="ellipse">
            <a:avLst/>
          </a:prstGeom>
          <a:solidFill>
            <a:srgbClr val="1A4D2E">
              <a:alpha val="45000"/>
            </a:srgbClr>
          </a:solidFill>
          <a:ln w="12700">
            <a:solidFill>
              <a:srgbClr val="1A4D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097280" y="2560320"/>
            <a:ext cx="4114800" cy="4114800"/>
          </a:xfrm>
          <a:prstGeom prst="ellipse">
            <a:avLst/>
          </a:prstGeom>
          <a:solidFill>
            <a:srgbClr val="1A4D2E">
              <a:alpha val="35000"/>
            </a:srgbClr>
          </a:solidFill>
          <a:ln w="12700">
            <a:solidFill>
              <a:srgbClr val="1A4D2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" cy="246888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CRUSHIT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E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Pedal Can Crusher  ·  Urban Recycling Reimagined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B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IMechE CADathon 2026   ·   SDG 11: Sustainable Cities &amp; Communities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960120"/>
            <a:ext cx="1188720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406640" y="1133856"/>
            <a:ext cx="1188720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406640" y="3255264"/>
            <a:ext cx="1188720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635240" y="3611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06640" y="3977640"/>
            <a:ext cx="1188720" cy="256032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406640" y="4105656"/>
            <a:ext cx="1188720" cy="36576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406640" y="4343400"/>
            <a:ext cx="1188720" cy="256032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cans: valuable, recyclable and constantly dumped in the wrong bin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2698" y="1572768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73152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4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~2.5×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when they are crushed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2651760" cy="73152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4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2542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aluminium ever made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in active use today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72768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51760" cy="73152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4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17920" y="2542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 recycling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r>
              <a:rPr lang="en-US" sz="12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compared to smelting it raw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960120"/>
          </a:xfrm>
          <a:prstGeom prst="rect">
            <a:avLst/>
          </a:prstGeom>
          <a:solidFill>
            <a:srgbClr val="E6F4EA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3913632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bins are inconvenient, passive, and boring. People skip them especially at events like football matches where waste peaks. </a:t>
            </a:r>
            <a:r>
              <a:rPr lang="en-US" sz="120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CrushIt makes the right choice the fun choice.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CrushIt</a:t>
            </a:r>
            <a:r>
              <a:rPr lang="en-US" sz="1300" i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pedal-powered, gamified aluminium can crusher bin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365760" cy="365760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electricity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foot-pedal driven. No battery, no grid connection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365760" cy="365760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♻️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2311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crushing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780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can volume by approx. 60%. 2.5× more cans per collection cycle.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365760" cy="365760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657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engagement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172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Dual-sided crusher: pick Team A or B to answer trivia/vote. Count tracked live. Fun for all ages.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365760" cy="365760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210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67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lid closure before pedal activates. Finger entrapment possibility eliminated.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365760" cy="365760"/>
          </a:xfrm>
          <a:prstGeom prst="ellipse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15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waste capture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5628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lower platform drains residual liquid to sealed tray. Thus, clean crushes and no mess.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1051560"/>
            <a:ext cx="3749040" cy="374904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16636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C1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⚽  STADIUM CRUSHIT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5727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Messi  🆚  Ronaldo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6636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B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more cans? Pick a side!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2423160"/>
            <a:ext cx="1691640" cy="1691640"/>
          </a:xfrm>
          <a:prstGeom prst="rect">
            <a:avLst/>
          </a:prstGeom>
          <a:solidFill>
            <a:srgbClr val="1A4D2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212080" y="242316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2423160"/>
            <a:ext cx="1691640" cy="1691640"/>
          </a:xfrm>
          <a:prstGeom prst="rect">
            <a:avLst/>
          </a:prstGeom>
          <a:solidFill>
            <a:srgbClr val="1B2E1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086600" y="242316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4224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B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your can. Cast your vote.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 &amp; ENGINEERING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931920" cy="3749040"/>
          </a:xfrm>
          <a:prstGeom prst="rect">
            <a:avLst/>
          </a:prstGeom>
          <a:solidFill>
            <a:srgbClr val="D8EDD8"/>
          </a:solidFill>
          <a:ln w="12700">
            <a:solidFill>
              <a:srgbClr val="9CBD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69848"/>
            <a:ext cx="329184" cy="329184"/>
          </a:xfrm>
          <a:prstGeom prst="ellipse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0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060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Pedal Actuation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307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 drives a 2-hinge toggle linkage, converting foot force to vertical platform travel.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819656"/>
            <a:ext cx="329184" cy="329184"/>
          </a:xfrm>
          <a:prstGeom prst="ellipse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105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Fixed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on punctures  can top on contact  to releases pressure &amp; drain residual liquid before full crush, mitigating explosion caused by carbonation.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569464"/>
            <a:ext cx="329184" cy="329184"/>
          </a:xfrm>
          <a:prstGeom prst="ellipse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5603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Moving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807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Grid-pattern base travels upward to crush the can. Open grid allows liquid to drain into sealed collection tray below.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319272"/>
            <a:ext cx="329184" cy="329184"/>
          </a:xfrm>
          <a:prstGeom prst="ellipse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101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Slanted Floor + Exit Slot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5570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slightly inclined toward a side slot at base.  After crushing, the can slides on to the collection tray.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069080"/>
            <a:ext cx="329184" cy="329184"/>
          </a:xfrm>
          <a:prstGeom prst="ellipse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40599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Lid + Pedal Lock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4306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closes lid before use. Mechanical interlock prevents pedal from actuating until lid is fully shut.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0F3F634-9322-B1F8-B56F-2DF96C876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15" y="1024128"/>
            <a:ext cx="2830068" cy="3760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MATERIALS &amp; COST VIABILITY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8172"/>
              </p:ext>
            </p:extLst>
          </p:nvPr>
        </p:nvGraphicFramePr>
        <p:xfrm>
          <a:off x="365760" y="1024128"/>
          <a:ext cx="8229600" cy="23622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Est. Unit 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Crushing platforms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304 Stainless Steel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Corrosion-resistant, food-safe, high compressive strength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£15 – 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Housing enclosure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HDPE (injection moulded)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Weatherproof, lightweight, recyclable; low cost for long life cycle.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£8 – 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Hinge linkage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Galvanised mild steel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High fatigue life for high-cycle repetitive loading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£5 – 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Liquid tray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Polypropylene (PP)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Chemical-resistant, food-grade, easy to injection mould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£3 – 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Puncture spike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Hardened stainless steel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Puncture resistance, hygiene compliance, corrosion-free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1C"/>
                          </a:solidFill>
                        </a:rPr>
                        <a:t>£2 – 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493008"/>
            <a:ext cx="406908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3"/>
          <p:cNvSpPr/>
          <p:nvPr/>
        </p:nvSpPr>
        <p:spPr>
          <a:xfrm>
            <a:off x="50292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at Scale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38587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HDPE injection moulding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enclosure ~£0.80–2.00/unit at volume
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metal stamping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platforms: precise &amp; repeatable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unit cost: </a:t>
            </a:r>
            <a:r>
              <a:rPr lang="en-US" sz="1000" b="1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£55–100 at scale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3493008"/>
            <a:ext cx="4114800" cy="1417320"/>
          </a:xfrm>
          <a:prstGeom prst="rect">
            <a:avLst/>
          </a:prstGeom>
          <a:solidFill>
            <a:srgbClr val="0D1F12"/>
          </a:solidFill>
          <a:ln w="12700">
            <a:solidFill>
              <a:srgbClr val="0D1F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8006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Alignment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3858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Cuts bin contamination and landfill waste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2.5× bin capacity → fewer collection vehicles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Passive design — zero ongoing energy use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materials recyclable at end-of-life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DEVELOPMENT &amp;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1664208"/>
          </a:xfrm>
          <a:prstGeom prst="rect">
            <a:avLst/>
          </a:prstGeom>
          <a:solidFill>
            <a:srgbClr val="1A4D2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4572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75488" y="1161288"/>
            <a:ext cx="384048" cy="384048"/>
          </a:xfrm>
          <a:prstGeom prst="ellipse">
            <a:avLst/>
          </a:prstGeom>
          <a:solidFill>
            <a:srgbClr val="0D1F12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7548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👁️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1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Finger-Safety IR Sensor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detects hands inside crush zone. Auto-locks pedal until clear of hands. More </a:t>
            </a:r>
            <a:r>
              <a:rPr lang="en-US" sz="1000" dirty="0" err="1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Convient</a:t>
            </a: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664208"/>
          </a:xfrm>
          <a:prstGeom prst="rect">
            <a:avLst/>
          </a:prstGeom>
          <a:solidFill>
            <a:srgbClr val="1A4D2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572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18888" y="1161288"/>
            <a:ext cx="384048" cy="384048"/>
          </a:xfrm>
          <a:prstGeom prst="ellipse">
            <a:avLst/>
          </a:prstGeom>
          <a:solidFill>
            <a:srgbClr val="0D1F12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1888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612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1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Digital Display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panel shows crush count, bin fill %, and live game scores. Low power draw. Drives competition and repeat engagement.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069080" cy="1664208"/>
          </a:xfrm>
          <a:prstGeom prst="rect">
            <a:avLst/>
          </a:prstGeom>
          <a:solidFill>
            <a:srgbClr val="1A4D2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4572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5488" y="2990088"/>
            <a:ext cx="384048" cy="384048"/>
          </a:xfrm>
          <a:prstGeom prst="ellipse">
            <a:avLst/>
          </a:prstGeom>
          <a:solidFill>
            <a:srgbClr val="0D1F12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9900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1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Vending Machine Pairing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CrushIt units adjacent to beverage vending machines. Deposit tokens dispensed per crush for discounts.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069080" cy="1664208"/>
          </a:xfrm>
          <a:prstGeom prst="rect">
            <a:avLst/>
          </a:prstGeom>
          <a:solidFill>
            <a:srgbClr val="1A4D2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069080" cy="45720"/>
          </a:xfrm>
          <a:prstGeom prst="rect">
            <a:avLst/>
          </a:prstGeom>
          <a:solidFill>
            <a:srgbClr val="3EC15E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18888" y="2990088"/>
            <a:ext cx="384048" cy="384048"/>
          </a:xfrm>
          <a:prstGeom prst="ellipse">
            <a:avLst/>
          </a:prstGeom>
          <a:solidFill>
            <a:srgbClr val="0D1F12"/>
          </a:solidFill>
          <a:ln w="12700">
            <a:solidFill>
              <a:srgbClr val="3EC1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1888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9900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1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Fill-Level Monitoring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sensors report bin fill to council waste teams. Eliminates unnecessary collections, </a:t>
            </a:r>
            <a:r>
              <a:rPr lang="en-US" sz="1000" dirty="0" err="1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</a:t>
            </a:r>
            <a:r>
              <a:rPr lang="en-US" sz="1000" dirty="0">
                <a:solidFill>
                  <a:srgbClr val="F2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E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CrushIt</a:t>
            </a:r>
            <a:r>
              <a:rPr lang="en-US" sz="1300" i="1" dirty="0">
                <a:solidFill>
                  <a:srgbClr val="3EC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making recycling something people actually want to 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658</Words>
  <Application>Microsoft Office PowerPoint</Application>
  <PresentationFormat>On-screen Show (16:9)</PresentationFormat>
  <Paragraphs>115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CrushIt – IMechE CADathon 2026</dc:title>
  <dc:subject>PptxGenJS Presentation</dc:subject>
  <dc:creator>PptxGenJS</dc:creator>
  <cp:lastModifiedBy>Ahmed Mishqat</cp:lastModifiedBy>
  <cp:revision>5</cp:revision>
  <dcterms:created xsi:type="dcterms:W3CDTF">2026-04-21T14:10:47Z</dcterms:created>
  <dcterms:modified xsi:type="dcterms:W3CDTF">2026-04-21T19:25:52Z</dcterms:modified>
</cp:coreProperties>
</file>